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65" r:id="rId2"/>
    <p:sldId id="263" r:id="rId3"/>
    <p:sldId id="256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9768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is a 5-min overview of how we use AI to automate manual QA steps — from finding tickets in Jira to running tests and posting results back automatically. No deep technical background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274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3048000" cy="6858000"/>
          </a:xfrm>
          <a:prstGeom prst="rect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0891B2">
                <a:alpha val="18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0560" y="1463040"/>
            <a:ext cx="85344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5333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5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" y="2316480"/>
            <a:ext cx="91440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5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Lifecycle Automation</a:t>
            </a:r>
            <a:endParaRPr lang="en-US" sz="5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670560" y="3657600"/>
            <a:ext cx="85344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AI agent replaces manual steps in testing — from ticket discovery to test execution</a:t>
            </a:r>
            <a:endParaRPr lang="en-US" sz="2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70560" y="5852160"/>
            <a:ext cx="7315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6ADE73-C734-1633-B020-0FEEDD88D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029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59</Words>
  <Application>Microsoft Office PowerPoint</Application>
  <PresentationFormat>Widescreen</PresentationFormat>
  <Paragraphs>5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Bheemreddy Praveen Reddy</cp:lastModifiedBy>
  <cp:revision>4</cp:revision>
  <dcterms:created xsi:type="dcterms:W3CDTF">2026-06-26T06:14:46Z</dcterms:created>
  <dcterms:modified xsi:type="dcterms:W3CDTF">2026-06-26T11:37:07Z</dcterms:modified>
</cp:coreProperties>
</file>